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450" y="508992"/>
            <a:ext cx="7663101" cy="315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0"/>
              </a:lnSpc>
              <a:buNone/>
            </a:pPr>
            <a:r>
              <a:rPr lang="en-US" sz="9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GURREN LAGANN:</a:t>
            </a:r>
            <a:endParaRPr lang="en-US" sz="9900" dirty="0"/>
          </a:p>
        </p:txBody>
      </p:sp>
      <p:sp>
        <p:nvSpPr>
          <p:cNvPr id="4" name="Text 1"/>
          <p:cNvSpPr/>
          <p:nvPr/>
        </p:nvSpPr>
        <p:spPr>
          <a:xfrm>
            <a:off x="740450" y="3942040"/>
            <a:ext cx="7663101" cy="105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СИЛА, КОТОРАЯ ПРОНЗИТ НЕБЕСА!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40450" y="5067776"/>
            <a:ext cx="766310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аниме заставляет нас верить в безграничный потенциал человеческого духа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50" y="5871210"/>
            <a:ext cx="3332202" cy="1851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747" y="308491"/>
            <a:ext cx="4151828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GURREN LAGANN?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48747" y="896422"/>
            <a:ext cx="8130302" cy="504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эпическая научно-фантастическая сага, действие которой разворачивается в постапокалиптическом мире. Человечество загнано в подземные пещеры, опасаясь мифического «Землетрясения», и живет в страхе и невежестве. Это не просто история о гигантских боевых машинах (мехах); это глубокое повествование об эволюции, воле к жизни и преодолении тирании — как внешней (Спиральный Король), так и внутренней (собственные страхи).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48747" y="1513284"/>
            <a:ext cx="1530191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Ключевая идея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6982" y="1830705"/>
            <a:ext cx="7962067" cy="336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не просто про роботов. Это манифест о безграничности человеческого духа и его способности к постоянному развитию, олицетворенному в «Спиральной Силе».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48747" y="1830705"/>
            <a:ext cx="15240" cy="3364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274" y="921663"/>
            <a:ext cx="4039672" cy="6059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8747" y="7289556"/>
            <a:ext cx="13732907" cy="21550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48747" y="7437239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560903" y="7549396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15" y="7641907"/>
            <a:ext cx="151448" cy="151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903" y="7998143"/>
            <a:ext cx="127515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Подземный мир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0903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Начало истории в мрачных пещерах, где люди копают, чтобы выжить.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063728" y="7437239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5175885" y="7549396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8397" y="7641907"/>
            <a:ext cx="151448" cy="151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885" y="7998143"/>
            <a:ext cx="127515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Восхождение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5885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Выход на поверхность и встреча с врагом — Зверолюдьми и их мехами.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9678710" y="7437239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20" name="Shape 15"/>
          <p:cNvSpPr/>
          <p:nvPr/>
        </p:nvSpPr>
        <p:spPr>
          <a:xfrm>
            <a:off x="9790867" y="7549396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3378" y="7641907"/>
            <a:ext cx="151448" cy="151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90867" y="7998143"/>
            <a:ext cx="1416368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Эпический масштаб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790867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Борьба, которая стремительно эскалирует от земли до просторов всей вселенной.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774" y="413623"/>
            <a:ext cx="793551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 И КАМИНА: ДВА ПОЛЮСА ОДНОГО МАГНИТА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774" y="989409"/>
            <a:ext cx="13678853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сердце истории лежит динамика двух главных героев, чье взаимодействие становится катализатором всей революции.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5774" y="1301591"/>
            <a:ext cx="6779895" cy="5934432"/>
          </a:xfrm>
          <a:prstGeom prst="roundRect">
            <a:avLst>
              <a:gd name="adj" fmla="val 301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014" y="1316831"/>
            <a:ext cx="6749415" cy="356830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3776543" y="1383744"/>
            <a:ext cx="17835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957" y="1792605"/>
            <a:ext cx="2330529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Симон: Робкий потенциал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957" y="2066568"/>
            <a:ext cx="6511528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Мальчик, выросший в тени. Он — умелый копатель, но нерешительный и неуверенный в себе. Симон олицетворяет необработанный потенциал, который ждёт своего толчка и веры со стороны. Он — сосуд для Спиральной Силы.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57" y="2557105"/>
            <a:ext cx="6364367" cy="35687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74612" y="1301591"/>
            <a:ext cx="6780014" cy="5934432"/>
          </a:xfrm>
          <a:prstGeom prst="roundRect">
            <a:avLst>
              <a:gd name="adj" fmla="val 301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89852" y="1316831"/>
            <a:ext cx="6749534" cy="356830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10675382" y="1383744"/>
            <a:ext cx="17835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08796" y="1792605"/>
            <a:ext cx="2668548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Камина: Непоколебимая Воля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08796" y="2066568"/>
            <a:ext cx="6511647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Харизматичный, безрассудный и безумно уверенный в своей правоте. Камина — это чистая сила действия, непоколебимая вера в победу, даже перед лицом абсурдного превосходства врага. Он — искра, которая зажигает пламя в других.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796" y="2557105"/>
            <a:ext cx="3417094" cy="45447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4129" y="7503676"/>
            <a:ext cx="13500497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Их связь уникальна: Камина — это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«лицо»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голос бригады, Симон — ее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«мозг»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истинная мощь. Вместе они создают идеальное целое для победы.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774" y="7369850"/>
            <a:ext cx="15240" cy="446008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007" y="969407"/>
            <a:ext cx="12458700" cy="61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КАМИНА: ИСКРА, КОТОРАЯ ЗАЖИГАЕТ ПЛАМЯ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24007" y="1814989"/>
            <a:ext cx="8094821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«Тот, кто верит в себя, не нуждается в вере других!»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4007" y="2403515"/>
            <a:ext cx="133823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07" y="2988469"/>
            <a:ext cx="4952881" cy="278594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9604" y="2993231"/>
            <a:ext cx="233958" cy="2339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08112" y="2988469"/>
            <a:ext cx="2023467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Катализатор Сюжета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708112" y="3366016"/>
            <a:ext cx="530578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— это тот, кто буквально вытаскивает Симона (и все человечество) из ямы. Он формирует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Бригаду Гуррен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становится символом открытого бунта против тирании и против самой идеи «предопределенной судьбы».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9604" y="4384596"/>
            <a:ext cx="233958" cy="2339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08112" y="4379833"/>
            <a:ext cx="1772841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Философия Веры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708112" y="4757380"/>
            <a:ext cx="5305782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Его коронная фраза,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«Симон, ты можешь не верить в себя, главное верь в мою веру в тебя!»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определяет его подход. Он не просто верит в Симона; он верит в процесс передачи этой веры. Его уверенность настолько заразительна, что она становится почти физической силой.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9604" y="6009918"/>
            <a:ext cx="233958" cy="2339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08112" y="6005155"/>
            <a:ext cx="2180987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Создание Гуррен дана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708112" y="6382702"/>
            <a:ext cx="530578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не просто лидер; он — миф, созданный при жизни. Он доказывает, что иногда, чтобы изменить мир, достаточно иметь непоколебимую волю и громко об этом кричать.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724" y="594360"/>
            <a:ext cx="6901696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УРОКИ ВЕРЫ ОТ КАМИНЫ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42724" y="1614249"/>
            <a:ext cx="12944951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Цитаты Камины — это не просто реплики. Это команды, которые дают Симону (и зрителю) силу, когда собственная воля иссякает. Они являются сердцевиной их взаимоотношений.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42724" y="2483406"/>
            <a:ext cx="6367105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59" y="2379940"/>
            <a:ext cx="252770" cy="25277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25" y="4804648"/>
            <a:ext cx="252770" cy="2527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1576" y="2822258"/>
            <a:ext cx="5689402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«ВЕРЬ В МЕНЯ, КОТОРЫЙ ВЕРИТ В ТЕБЯ!»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81576" y="3666768"/>
            <a:ext cx="5689402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Основополагающий принцип, который позволяет Симону действовать, опираясь на внешнюю, нерушимую уверенность Камины.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20451" y="2483406"/>
            <a:ext cx="6367224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986" y="2379940"/>
            <a:ext cx="252770" cy="25277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8371" y="4804648"/>
            <a:ext cx="252770" cy="2527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59303" y="2822258"/>
            <a:ext cx="5689521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«НЕ ВЕРЬ В СЕБЯ! ВЕРЬ В МЕНЯ, КОТОРЫЙ ВЕРИТ В ТЕБЯ!»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7759303" y="3666768"/>
            <a:ext cx="5689521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Парадоксальный приказ, который дает Симону временную опору, пока он не созреет для истинной, внутренней веры.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842724" y="5164574"/>
            <a:ext cx="6367105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59" y="5061109"/>
            <a:ext cx="252770" cy="25277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525" y="7485817"/>
            <a:ext cx="252770" cy="25277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1576" y="5503426"/>
            <a:ext cx="5689402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«ТВОЙ БУР— ЭТО БУР, ЧТО ПРОНЗИТ НЕБЕСА!»</a:t>
            </a:r>
            <a:endParaRPr lang="en-US" sz="2250" dirty="0"/>
          </a:p>
        </p:txBody>
      </p:sp>
      <p:sp>
        <p:nvSpPr>
          <p:cNvPr id="18" name="Text 10"/>
          <p:cNvSpPr/>
          <p:nvPr/>
        </p:nvSpPr>
        <p:spPr>
          <a:xfrm>
            <a:off x="1181576" y="6347936"/>
            <a:ext cx="5689402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Мощная метафора: даже самый скромный инструмент (кирка копателя) может стать орудием для величайших, космических перемен, если им движет достаточная воля.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7420451" y="5164574"/>
            <a:ext cx="6367224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6986" y="5061109"/>
            <a:ext cx="252770" cy="25277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8371" y="7485817"/>
            <a:ext cx="252770" cy="2527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759303" y="5503426"/>
            <a:ext cx="5689521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«МЫ, ЛЮДИ, НЕ ПРОИГРЫВАЕМ, ПОКА НЕ СДАЁМСЯ!»</a:t>
            </a:r>
            <a:endParaRPr lang="en-US" sz="2250" dirty="0"/>
          </a:p>
        </p:txBody>
      </p:sp>
      <p:sp>
        <p:nvSpPr>
          <p:cNvPr id="23" name="Text 13"/>
          <p:cNvSpPr/>
          <p:nvPr/>
        </p:nvSpPr>
        <p:spPr>
          <a:xfrm>
            <a:off x="7759303" y="6347936"/>
            <a:ext cx="5689521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Суть несгибаемой воли. До тех пор, пока есть воля бороться, поражение не является окончательным. Это вечное послание Бригады Гуррен.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865" y="568047"/>
            <a:ext cx="10749082" cy="58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ЦЕНА ВЕРЫ И ИСПЫТАНИЕ ДЛЯ СИМОНА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24865" y="1236345"/>
            <a:ext cx="8127325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Поворотный момент, который делает Gurren Lagann шедевром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2070497"/>
            <a:ext cx="4890373" cy="2750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865" y="5053251"/>
            <a:ext cx="4890373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Гибель Камины — не конец пути, а катализатор для рождения истинного героя.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26016" y="2070497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317337" y="2126694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96219" y="2109073"/>
            <a:ext cx="281225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Шок и Вакуум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96219" y="2666762"/>
            <a:ext cx="2994422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Гибель Камины на пике его славы была жестоким ударом. Для Симона это означало потерю не только брата и наставника, но и потерю своего "костыля" веры. Он впадает в глубочайшую депрессию и изоляцию.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48411" y="2070497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0239732" y="2126694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818614" y="2109073"/>
            <a:ext cx="2994541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Гениальность Сюжета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818614" y="3018234"/>
            <a:ext cx="2994541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Сюжет совершает блестящий ход, показывая, что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настоящая вера не может быть заимствована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Симон должен был потерять Камину, чтобы прекратить следовать за ним и, наконец, начать следовать за собой.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26016" y="5905262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6317337" y="5961459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96219" y="5943838"/>
            <a:ext cx="281225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Новое Начало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96219" y="6501527"/>
            <a:ext cx="6916936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Этот трагический момент становится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началом истинного пути Симона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Он вынужден принять ответственность и найти силу, чтобы стать не просто копией Камины, а его эволюцией.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916" y="583644"/>
            <a:ext cx="10976729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РОЖДЕНИЕ ГЕРОЯ: СИМОН БЕЗ КАМИНЫ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48916" y="1610916"/>
            <a:ext cx="12932569" cy="31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«Я не Бог и не дьявол. Я всего лишь человек, Симон!»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16" y="2168009"/>
            <a:ext cx="4133969" cy="2554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91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Обретение Внутреннего 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4891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После периода апатии, Симон, благодаря поддержке Надии и постоянной памяти о Камине, начинает обретать свою </a:t>
            </a:r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собственную веру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Он осознает, что наследие Камины — это не бремя, а инструмент для самореализации.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156" y="2168009"/>
            <a:ext cx="4133969" cy="2554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815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Лидер, а не Последователь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524815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Симон перестает быть «младшим братом Камины» и становится лидером Бригады. Он больше не следует, а </a:t>
            </a:r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идет по стопам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Камины, но с собственным, более глубоким пониманием ответственности и Спиральной Силы.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396" y="2168009"/>
            <a:ext cx="4133969" cy="25549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739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Кульминационный Момент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964739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Его истинный триумф — это не просто победа над врагом, а принятие своей человечности и ответственности перед лицом космической, абсолютной власти. Он доказывает, что сила человека в его воле и эволюции.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127" y="439341"/>
            <a:ext cx="9028867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ФИЛОСОФИЯ GURREN LAGANN: ВЕРЬ В СЕБЯ!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39127" y="1212771"/>
            <a:ext cx="1335214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— это гимн безграничному потенциалу. Вот почему его послание находит отклик в миллионах сердец.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467" y="1632109"/>
            <a:ext cx="9831348" cy="5064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48724" y="1880312"/>
            <a:ext cx="2763801" cy="68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Человеческий потенциал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77630" y="5765655"/>
            <a:ext cx="2763801" cy="68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Неограниченная эскалация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9721" y="2050964"/>
            <a:ext cx="2730839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Эволюция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8628" y="5922955"/>
            <a:ext cx="2730839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Сила воли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234238" y="2050964"/>
            <a:ext cx="2730838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Спиральная сила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9127" y="6876336"/>
            <a:ext cx="13352145" cy="1601033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11" name="Shape 8"/>
          <p:cNvSpPr/>
          <p:nvPr/>
        </p:nvSpPr>
        <p:spPr>
          <a:xfrm>
            <a:off x="639127" y="6876336"/>
            <a:ext cx="4450675" cy="1601033"/>
          </a:xfrm>
          <a:prstGeom prst="roundRect">
            <a:avLst>
              <a:gd name="adj" fmla="val 1497"/>
            </a:avLst>
          </a:prstGeom>
          <a:solidFill>
            <a:srgbClr val="1D1F22"/>
          </a:solidFill>
          <a:ln/>
        </p:spPr>
      </p:sp>
      <p:sp>
        <p:nvSpPr>
          <p:cNvPr id="12" name="Text 9"/>
          <p:cNvSpPr/>
          <p:nvPr/>
        </p:nvSpPr>
        <p:spPr>
          <a:xfrm>
            <a:off x="798909" y="7036118"/>
            <a:ext cx="2788087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Неограниченная Эскалация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8909" y="7358896"/>
            <a:ext cx="4131112" cy="71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История, которая начинается в пещере и заканчивается битвой за вселенную, является метафорой того, как далеко можно продвинуться, если не ограничивать себя.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89803" y="6876336"/>
            <a:ext cx="4450675" cy="1601033"/>
          </a:xfrm>
          <a:prstGeom prst="rect">
            <a:avLst/>
          </a:prstGeom>
          <a:solidFill>
            <a:srgbClr val="1D1F22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9803" y="6876336"/>
            <a:ext cx="22860" cy="1601033"/>
          </a:xfrm>
          <a:prstGeom prst="roundRect">
            <a:avLst>
              <a:gd name="adj" fmla="val 104854"/>
            </a:avLst>
          </a:prstGeom>
          <a:solidFill>
            <a:srgbClr val="36383B"/>
          </a:solidFill>
          <a:ln/>
        </p:spPr>
      </p:sp>
      <p:sp>
        <p:nvSpPr>
          <p:cNvPr id="16" name="Text 13"/>
          <p:cNvSpPr/>
          <p:nvPr/>
        </p:nvSpPr>
        <p:spPr>
          <a:xfrm>
            <a:off x="5249585" y="7036118"/>
            <a:ext cx="311598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Спиральная Сила (Spiral Power)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49585" y="7358896"/>
            <a:ext cx="4131112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не просто источник энергии для мехов. Это воплощение </a:t>
            </a:r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Воли к Эволюции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силы прогресса и движения вперёд, которая способна превзойти логику и законы физики.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540478" y="6876336"/>
            <a:ext cx="4450675" cy="1601033"/>
          </a:xfrm>
          <a:prstGeom prst="rect">
            <a:avLst/>
          </a:prstGeom>
          <a:solidFill>
            <a:srgbClr val="1D1F22"/>
          </a:solidFill>
          <a:ln/>
        </p:spPr>
      </p:sp>
      <p:sp>
        <p:nvSpPr>
          <p:cNvPr id="19" name="Shape 16"/>
          <p:cNvSpPr/>
          <p:nvPr/>
        </p:nvSpPr>
        <p:spPr>
          <a:xfrm>
            <a:off x="9540478" y="6876336"/>
            <a:ext cx="22860" cy="1601033"/>
          </a:xfrm>
          <a:prstGeom prst="roundRect">
            <a:avLst>
              <a:gd name="adj" fmla="val 104854"/>
            </a:avLst>
          </a:prstGeom>
          <a:solidFill>
            <a:srgbClr val="36383B"/>
          </a:solidFill>
          <a:ln/>
        </p:spPr>
      </p:sp>
      <p:sp>
        <p:nvSpPr>
          <p:cNvPr id="20" name="Text 17"/>
          <p:cNvSpPr/>
          <p:nvPr/>
        </p:nvSpPr>
        <p:spPr>
          <a:xfrm>
            <a:off x="9700260" y="7036118"/>
            <a:ext cx="1893094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Послание Зрителю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700260" y="7358896"/>
            <a:ext cx="4131112" cy="71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Твоя судьба не высечена в камне. Ты можешь пробить свой потолок и изменить себя и мир, если будешь делать даже маленькие шаги вперёд.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22208"/>
            <a:ext cx="13114258" cy="107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ЧЕМ GURREN LAGANN ВЫДЕЛЯЕТСЯ СРЕДИ ДРУГИХ АНИМЕ?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58071" y="1977985"/>
            <a:ext cx="13114258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— это явление, которое удачно сочетает гиперболизированный экшен с искренней эмоциональной глубиной.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2273" y="2949178"/>
            <a:ext cx="6178034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758071" y="2759571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232" y="2901732"/>
            <a:ext cx="284202" cy="2842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7499" y="3517583"/>
            <a:ext cx="2704862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Идеальный Баланс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7499" y="3954304"/>
            <a:ext cx="608349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Безумный, яркий, иногда абсурдный экшен (мехи размером с галактику) всегда уравновешивается глубокой философией и трогательной, настоящей драмой. Зритель не устает, а восхищается.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94057" y="2664976"/>
            <a:ext cx="6178153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7409855" y="2475369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015" y="2617530"/>
            <a:ext cx="284202" cy="2842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9283" y="3233380"/>
            <a:ext cx="520874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Завершенность и Плотность Сюжета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599283" y="3670102"/>
            <a:ext cx="608361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 рассказана от начала до конца, без затянутых филлеров или нелогичных поворотов. Каждый элемент служит общей цели, и повествование ощущается полным и продуманным.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1042273" y="5659874"/>
            <a:ext cx="6178034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071" y="5470267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0232" y="5612428"/>
            <a:ext cx="284202" cy="2842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7499" y="6228278"/>
            <a:ext cx="393727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Правдоподобная Эволюция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47499" y="6665000"/>
            <a:ext cx="608349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Персонажи меняются кардинально, и их рост ощутим и логичен. Симон в конце сериала — это совершенно другой человек, чем тот, что был в начале, и этот переход заслужен и понятен.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694057" y="5375672"/>
            <a:ext cx="6178153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9855" y="5186065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2015" y="5328225"/>
            <a:ext cx="284202" cy="2842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9283" y="5944076"/>
            <a:ext cx="258449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Чистое Послание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599283" y="6380798"/>
            <a:ext cx="608361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Аниме не пытается быть циничным или сложным. Его главное послание — </a:t>
            </a:r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«Иди вперед, верь в себя, не сдавайся»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подано с такой искренностью и страстью, что в него невозможно не поверить.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617" y="557927"/>
            <a:ext cx="7520702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 — ЭТО КАЖДЫЙ ИЗ НАС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44617" y="1366004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 Симона — это универсальная метафора человеческого взросления: от зависимости и поиска внешней опоры до самостоятельности и принятия ответственности за свою силу.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44617" y="2134076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из нас начинает как неуверенный Симон, ищущий своего Камину, который укажет путь.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44617" y="2757845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живет в сердце каждого, кто когда-либо сомневался, но нашел в себе силы сделать первый шаг.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4617" y="3381613"/>
            <a:ext cx="7654766" cy="8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не просто рассказывает историю — оно передает зрителю часть своей Спиральной Силы, заставляя поверить, что и мы можем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«пронзить небеса»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превзойти собственные ограничения.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4617" y="4498777"/>
            <a:ext cx="7654766" cy="317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0"/>
              </a:lnSpc>
              <a:buNone/>
            </a:pPr>
            <a:r>
              <a:rPr lang="en-US" sz="6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ВАШ БУР ПРЯМО В СЕРДЦЕ.</a:t>
            </a:r>
            <a:endParaRPr lang="en-US" sz="6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2025-11-04T15:09:03Z</dcterms:created>
  <dcterms:modified xsi:type="dcterms:W3CDTF">2025-11-04T15:09:03Z</dcterms:modified>
</cp:coreProperties>
</file>